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7" r:id="rId9"/>
    <p:sldId id="262" r:id="rId10"/>
    <p:sldId id="270" r:id="rId11"/>
    <p:sldId id="271" r:id="rId12"/>
    <p:sldId id="263" r:id="rId13"/>
    <p:sldId id="264" r:id="rId14"/>
    <p:sldId id="266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7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83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19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4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9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3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2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70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3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32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9992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03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1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84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06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5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527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9659" y="677449"/>
            <a:ext cx="4394152" cy="6771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 sz="2800" b="1"/>
            </a:pPr>
            <a:r>
              <a:rPr sz="3800" dirty="0"/>
              <a:t>Chain of Custody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93811" y="5340568"/>
            <a:ext cx="344324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BY RIDHI JAIN</a:t>
            </a:r>
            <a:endParaRPr lang="en-US" sz="2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>
              <a:defRPr sz="1400"/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12126" y="2932935"/>
            <a:ext cx="10028707" cy="16151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000" b="1"/>
            </a:pPr>
            <a:r>
              <a:rPr dirty="0"/>
              <a:t>Forensic Examination of an NTFS E01 Evidence Image</a:t>
            </a:r>
          </a:p>
          <a:p>
            <a:pPr algn="ctr">
              <a:lnSpc>
                <a:spcPct val="150000"/>
              </a:lnSpc>
              <a:defRPr sz="2200"/>
            </a:pPr>
            <a:r>
              <a:rPr dirty="0"/>
              <a:t>Using Autopsy / Sleuth Kit</a:t>
            </a:r>
          </a:p>
          <a:p>
            <a:pPr algn="ctr">
              <a:lnSpc>
                <a:spcPct val="150000"/>
              </a:lnSpc>
              <a:defRPr sz="1600"/>
            </a:pPr>
            <a:r>
              <a:rPr dirty="0"/>
              <a:t>Evidence Integrity • File Metadata • Hash Analysis • MFT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98A9DD-0E78-2578-51F2-14FDC1BCDA8D}"/>
              </a:ext>
            </a:extLst>
          </p:cNvPr>
          <p:cNvSpPr txBox="1"/>
          <p:nvPr/>
        </p:nvSpPr>
        <p:spPr>
          <a:xfrm>
            <a:off x="3021676" y="1695998"/>
            <a:ext cx="8499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Digital Forensics And Incident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285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Analyze a forensic NTFS E01 evidence image in a controlled environment.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Preserve and document evidence integrity using cryptographic hashes.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Identify relevant files and examine their metadata and timestamps.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Analyze NTFS MFT information using Sleuth Kit / </a:t>
            </a:r>
            <a:r>
              <a:rPr dirty="0" err="1"/>
              <a:t>istat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Document forensic observations for a Chain of Custody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Tools &amp;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285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Autopsy — forensic case management and evidence analysis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The Sleuth Kit (TSK) — filesystem and low-level forensic analysis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 err="1"/>
              <a:t>istat</a:t>
            </a:r>
            <a:r>
              <a:rPr dirty="0"/>
              <a:t> — NTFS MFT entry and metadata examination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PowerShell — cryptographic hash calculation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Evidence Image — NTFS E01 forensic image (ntfs1-gen1.E01)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Forensic Investigation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3717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1. Load E01 evidence image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2. Examine filesystem and allocated files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3. Identify relevant PDF/JPG files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4. Select report02-3.pdf for detailed analysis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5. Capture file metadata and cryptographic hashes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6. Examine NTFS MFT using </a:t>
            </a:r>
            <a:r>
              <a:rPr dirty="0" err="1"/>
              <a:t>istat</a:t>
            </a:r>
            <a:endParaRPr dirty="0"/>
          </a:p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7. Record findings and preserve evidence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Evidence Integrity &amp; Hash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630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Evidence image was examined as a forensic E01 image.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SHA-256 hashing was used to document evidence integrity.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MD5 and SHA-256 values were also recorded for the selected file.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Cryptographic hashes provide a reproducible fingerprint for comparison.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The selected file's Hash Lookup Result was reported as UNKNOWN.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800600"/>
            <a:ext cx="1024128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rPr dirty="0"/>
              <a:t>report02-3.pdf  |  SHA-256: b2e4edc829344f91d3b1d50eacd8e2aece6432c104a8d6a3ab86ff7afa57b0a0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47B6EA-375E-4A7F-74DD-5DE82EA95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" y="0"/>
            <a:ext cx="12192000" cy="53806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4B21AA-B9EE-574A-BCD3-7B2D02D46E65}"/>
              </a:ext>
            </a:extLst>
          </p:cNvPr>
          <p:cNvSpPr txBox="1"/>
          <p:nvPr/>
        </p:nvSpPr>
        <p:spPr>
          <a:xfrm>
            <a:off x="0" y="6259874"/>
            <a:ext cx="11991109" cy="59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CE245-C9AB-6D9A-18E5-0DAF8D89DDB7}"/>
              </a:ext>
            </a:extLst>
          </p:cNvPr>
          <p:cNvSpPr txBox="1"/>
          <p:nvPr/>
        </p:nvSpPr>
        <p:spPr>
          <a:xfrm>
            <a:off x="126423" y="5380672"/>
            <a:ext cx="11523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E01 Evidence Image and Hash Verification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step involved verifying the acquired E01 forensic evidence image and recording its cryptographic hash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hash was used to maintain evidence integrity and ensure that the forensic image remained unchanged during the investigation.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427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File Metadata Analysis — report02-3.pdf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407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/>
            </a:pPr>
            <a:r>
              <a:rPr dirty="0"/>
              <a:t>File Type: File System 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/>
            </a:pPr>
            <a:r>
              <a:rPr dirty="0"/>
              <a:t>MIME Type: application/pdf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/>
            </a:pPr>
            <a:r>
              <a:rPr dirty="0"/>
              <a:t>Size: 1,421,998 bytes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/>
            </a:pPr>
            <a:r>
              <a:rPr dirty="0"/>
              <a:t>Allocation: File Name Allocated; Metadata Allocated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/>
            </a:pPr>
            <a:r>
              <a:rPr dirty="0"/>
              <a:t>Modified: 2009-01-01 04:38:33 IST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/>
            </a:pPr>
            <a:r>
              <a:rPr dirty="0"/>
              <a:t>Accessed: 2009-01-01 04:39:38 IST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/>
            </a:pPr>
            <a:r>
              <a:rPr dirty="0"/>
              <a:t>Created: 2009-01-01 04:39:38 IST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700"/>
            </a:pPr>
            <a:r>
              <a:rPr dirty="0"/>
              <a:t>MD5: dede94f84fb2d00dc93ed00fda272a18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303C4-62B6-6A74-49BD-038936ED2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54032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F28271-866F-483E-DFDD-E45EABF6FE04}"/>
              </a:ext>
            </a:extLst>
          </p:cNvPr>
          <p:cNvSpPr txBox="1"/>
          <p:nvPr/>
        </p:nvSpPr>
        <p:spPr>
          <a:xfrm>
            <a:off x="240723" y="5174673"/>
            <a:ext cx="11710555" cy="158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r>
              <a:rPr lang="en-IN" b="1" dirty="0"/>
              <a:t>File Metadata Analysis of report02-3.pdf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Autopsy was used to examine the metadata of the identified PDF file, including its size, file type, timestamps, MD5 and SHA-256 hash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These details helped document the file characteristics and supported the forensic analysis of the evidence.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571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NTFS MFT / istat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00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600"/>
            </a:pPr>
            <a:r>
              <a:rPr dirty="0"/>
              <a:t>MFT Entry: 39 | Sequence: 1 | Allocated File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600"/>
            </a:pPr>
            <a:r>
              <a:rPr dirty="0"/>
              <a:t>Links: 2 | Parent MFT Entry: 27 | Sequence: 1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600"/>
            </a:pPr>
            <a:r>
              <a:rPr dirty="0"/>
              <a:t>$STANDARD_INFORMATION and $FILE_NAME attributes were identified.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600"/>
            </a:pPr>
            <a:r>
              <a:rPr dirty="0"/>
              <a:t>Created: 2009-01-01 04:39:38.449875 IST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600"/>
            </a:pPr>
            <a:r>
              <a:rPr dirty="0"/>
              <a:t>File Modified: 2009-01-01 04:38:33.000000 IST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600"/>
            </a:pPr>
            <a:r>
              <a:rPr dirty="0"/>
              <a:t>Accessed: 2009-01-01 04:39:38.465500 IST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1600"/>
            </a:pPr>
            <a:r>
              <a:rPr dirty="0"/>
              <a:t>$DATA attribute: Non-Resident; size 1,421,998 bytes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492905-9363-80B2-59F8-8F8CE40BCE4D}"/>
              </a:ext>
            </a:extLst>
          </p:cNvPr>
          <p:cNvSpPr txBox="1"/>
          <p:nvPr/>
        </p:nvSpPr>
        <p:spPr>
          <a:xfrm>
            <a:off x="375805" y="4644736"/>
            <a:ext cx="114403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NTFS MFT and </a:t>
            </a:r>
            <a:r>
              <a:rPr lang="en-IN" b="1" dirty="0" err="1"/>
              <a:t>istat</a:t>
            </a:r>
            <a:r>
              <a:rPr lang="en-IN" b="1" dirty="0"/>
              <a:t> Analysis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Sleuth Kit </a:t>
            </a:r>
            <a:r>
              <a:rPr lang="en-IN" dirty="0" err="1"/>
              <a:t>istat</a:t>
            </a:r>
            <a:r>
              <a:rPr lang="en-IN" dirty="0"/>
              <a:t> tool was used to examine the NTFS Master File Table (MFT) entry associated with report02-3.pdf.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analysis provided information about file allocation, timestamps, MFT attributes, parent MFT entry and data attributes.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24BFB4-0D49-A025-75BC-E88E02954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553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68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EC672-BB0F-E5AB-E266-1E9C311A6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448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A1EBF8-2485-8994-8076-4737A6A9B200}"/>
              </a:ext>
            </a:extLst>
          </p:cNvPr>
          <p:cNvSpPr txBox="1"/>
          <p:nvPr/>
        </p:nvSpPr>
        <p:spPr>
          <a:xfrm>
            <a:off x="214745" y="4998027"/>
            <a:ext cx="11808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Examination of Recovered Evidence Files in Autopsy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Autopsy was used to examine and review the files recovered from the E01 forensic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file listing shows multiple recovered artifacts, including PDF and image files, which were examined as part of the digital forensic investigation.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9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Findings &amp;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343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The selected PDF was successfully identified within the forensic image.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The file was allocated and had associated NTFS metadata.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Multiple timestamps were available from both Autopsy metadata and MFT attributes.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MD5 and SHA-256 values were successfully recorded.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The PDF preview did not render readable document content in the viewer.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Therefore, conclusions are based on forensic metadata and filesystem evidence rather than the visible PDF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3181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The investigation demonstrated a structured forensic workflow for an NTFS E01 image.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Autopsy and Sleuth Kit provided complementary filesystem and metadata analysis.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Hash values, timestamps, file allocation status and MFT attributes were documented.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The analysis supports evidence integrity and traceability within the project scope.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The findings can be used as documented forensic observations for the Chain of Custody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2742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Autopsy Digital Forensics Platform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The Sleuth Kit (TSK) documentation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NIST — Computer Security / Digital Forensics guidance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SWGDE — Best Practices for Digital Evidence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Digital Corpora — Forensic Disk Images and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645BDB-AD8F-7B23-BCA9-282EF2377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10188" y="1808017"/>
            <a:ext cx="6571624" cy="298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513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1238</TotalTime>
  <Words>748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Ridhi Jain</cp:lastModifiedBy>
  <cp:revision>2</cp:revision>
  <dcterms:created xsi:type="dcterms:W3CDTF">2013-01-27T09:14:16Z</dcterms:created>
  <dcterms:modified xsi:type="dcterms:W3CDTF">2026-08-22T07:34:33Z</dcterms:modified>
  <cp:category/>
</cp:coreProperties>
</file>